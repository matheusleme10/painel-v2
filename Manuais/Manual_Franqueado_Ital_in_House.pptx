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d1325714024181" /><Relationship Type="http://schemas.openxmlformats.org/officeDocument/2006/relationships/extended-properties" Target="/docProps/app.xml" Id="R61496b8bc8e24ef5" /><Relationship Type="http://schemas.openxmlformats.org/officeDocument/2006/relationships/officeDocument" Target="/ppt/presentation.xml" Id="R45b9d4d88c4e44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6f198d579a46d4"/>
  </p:sldMasterIdLst>
  <p:notesMasterIdLst>
    <p:notesMasterId xmlns:r="http://schemas.openxmlformats.org/officeDocument/2006/relationships" r:id="R89863390d15f4031"/>
  </p:notesMasterIdLst>
  <p:sldIdLst>
    <p:sldId xmlns:r="http://schemas.openxmlformats.org/officeDocument/2006/relationships" id="256" r:id="R67ee2935c89a40a6"/>
    <p:sldId xmlns:r="http://schemas.openxmlformats.org/officeDocument/2006/relationships" id="257" r:id="Rfb637d0921ea4c30"/>
    <p:sldId xmlns:r="http://schemas.openxmlformats.org/officeDocument/2006/relationships" id="258" r:id="R811dee0bfc124166"/>
    <p:sldId xmlns:r="http://schemas.openxmlformats.org/officeDocument/2006/relationships" id="259" r:id="R5539d346aa584bcd"/>
    <p:sldId xmlns:r="http://schemas.openxmlformats.org/officeDocument/2006/relationships" id="260" r:id="Rd205d129a9504460"/>
    <p:sldId xmlns:r="http://schemas.openxmlformats.org/officeDocument/2006/relationships" id="261" r:id="R2c2dae03d4e14190"/>
    <p:sldId xmlns:r="http://schemas.openxmlformats.org/officeDocument/2006/relationships" id="262" r:id="R89de280ae4454afe"/>
    <p:sldId xmlns:r="http://schemas.openxmlformats.org/officeDocument/2006/relationships" id="263" r:id="R8b95a25512e04ed0"/>
    <p:sldId xmlns:r="http://schemas.openxmlformats.org/officeDocument/2006/relationships" id="264" r:id="Rd56df57c759b42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35926e8eb5447a" /><Relationship Type="http://schemas.openxmlformats.org/officeDocument/2006/relationships/slideMaster" Target="/ppt/slideMasters/slideMaster1.xml" Id="Ra16f198d579a46d4" /><Relationship Type="http://schemas.openxmlformats.org/officeDocument/2006/relationships/notesMaster" Target="/ppt/notesMasters/notesMaster1.xml" Id="R89863390d15f4031" /><Relationship Type="http://schemas.openxmlformats.org/officeDocument/2006/relationships/presProps" Target="/ppt/presProps.xml" Id="R9350fc74dc134b5b" /><Relationship Type="http://schemas.openxmlformats.org/officeDocument/2006/relationships/tableStyles" Target="/ppt/tableStyles.xml" Id="Rb5550d6431fe42dd" /><Relationship Type="http://schemas.openxmlformats.org/officeDocument/2006/relationships/slide" Target="/ppt/slides/slide1.xml" Id="R67ee2935c89a40a6" /><Relationship Type="http://schemas.openxmlformats.org/officeDocument/2006/relationships/slide" Target="/ppt/slides/slide2.xml" Id="Rfb637d0921ea4c30" /><Relationship Type="http://schemas.openxmlformats.org/officeDocument/2006/relationships/slide" Target="/ppt/slides/slide3.xml" Id="R811dee0bfc124166" /><Relationship Type="http://schemas.openxmlformats.org/officeDocument/2006/relationships/slide" Target="/ppt/slides/slide4.xml" Id="R5539d346aa584bcd" /><Relationship Type="http://schemas.openxmlformats.org/officeDocument/2006/relationships/slide" Target="/ppt/slides/slide5.xml" Id="Rd205d129a9504460" /><Relationship Type="http://schemas.openxmlformats.org/officeDocument/2006/relationships/slide" Target="/ppt/slides/slide6.xml" Id="R2c2dae03d4e14190" /><Relationship Type="http://schemas.openxmlformats.org/officeDocument/2006/relationships/slide" Target="/ppt/slides/slide7.xml" Id="R89de280ae4454afe" /><Relationship Type="http://schemas.openxmlformats.org/officeDocument/2006/relationships/slide" Target="/ppt/slides/slide8.xml" Id="R8b95a25512e04ed0" /><Relationship Type="http://schemas.openxmlformats.org/officeDocument/2006/relationships/slide" Target="/ppt/slides/slide9.xml" Id="Rd56df57c759b42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a2affbb642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35beb55ff84f05" /><Relationship Type="http://schemas.openxmlformats.org/officeDocument/2006/relationships/notesMaster" Target="/ppt/notesMasters/notesMaster1.xml" Id="R2460fc576f65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7168c6de94279" /><Relationship Type="http://schemas.openxmlformats.org/officeDocument/2006/relationships/notesMaster" Target="/ppt/notesMasters/notesMaster1.xml" Id="R77de501da9f543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fc42eafce54482" /><Relationship Type="http://schemas.openxmlformats.org/officeDocument/2006/relationships/notesMaster" Target="/ppt/notesMasters/notesMaster1.xml" Id="Rf800554d48464d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e798343304638" /><Relationship Type="http://schemas.openxmlformats.org/officeDocument/2006/relationships/notesMaster" Target="/ppt/notesMasters/notesMaster1.xml" Id="Red3bd589b6c949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15fa62676b440b" /><Relationship Type="http://schemas.openxmlformats.org/officeDocument/2006/relationships/notesMaster" Target="/ppt/notesMasters/notesMaster1.xml" Id="R62b9c76187da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c933d7841a4782" /><Relationship Type="http://schemas.openxmlformats.org/officeDocument/2006/relationships/notesMaster" Target="/ppt/notesMasters/notesMaster1.xml" Id="R035d08b6cb024f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4904ec07be4fc5" /><Relationship Type="http://schemas.openxmlformats.org/officeDocument/2006/relationships/notesMaster" Target="/ppt/notesMasters/notesMaster1.xml" Id="Rb56d15801aa44b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9eb98692714716" /><Relationship Type="http://schemas.openxmlformats.org/officeDocument/2006/relationships/notesMaster" Target="/ppt/notesMasters/notesMaster1.xml" Id="R1c4d399be4624e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3cfc764a404824" /><Relationship Type="http://schemas.openxmlformats.org/officeDocument/2006/relationships/notesMaster" Target="/ppt/notesMasters/notesMaster1.xml" Id="R8e519948b2d4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3ccc0dce04c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72f2f68f434ab2" /><Relationship Type="http://schemas.openxmlformats.org/officeDocument/2006/relationships/slideLayout" Target="/ppt/slideLayouts/slideLayout1.xml" Id="R7a2da53487e144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da53487e144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e6a97ab0347da" /><Relationship Type="http://schemas.openxmlformats.org/officeDocument/2006/relationships/image" Target="/ppt/media/image.png" Id="R960ca4b743fe4cef" /><Relationship Type="http://schemas.openxmlformats.org/officeDocument/2006/relationships/notesSlide" Target="/ppt/notesSlides/notesSlide1.xml" Id="R162ad9f6635c4a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dbdc713c74185" /><Relationship Type="http://schemas.openxmlformats.org/officeDocument/2006/relationships/image" Target="/ppt/media/image2.png" Id="Ra9cdac0b4e6a4af5" /><Relationship Type="http://schemas.openxmlformats.org/officeDocument/2006/relationships/notesSlide" Target="/ppt/notesSlides/notesSlide2.xml" Id="R3d1b941a81f545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16b7ce3da4770" /><Relationship Type="http://schemas.openxmlformats.org/officeDocument/2006/relationships/image" Target="/ppt/media/image3.png" Id="R00771dfb891f4442" /><Relationship Type="http://schemas.openxmlformats.org/officeDocument/2006/relationships/notesSlide" Target="/ppt/notesSlides/notesSlide3.xml" Id="R7edbdf91320445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11436f9074ac3" /><Relationship Type="http://schemas.openxmlformats.org/officeDocument/2006/relationships/image" Target="/ppt/media/image4.png" Id="R4bd5e92d54a24675" /><Relationship Type="http://schemas.openxmlformats.org/officeDocument/2006/relationships/notesSlide" Target="/ppt/notesSlides/notesSlide4.xml" Id="R7d38c92ec7ce41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92871bde7469d" /><Relationship Type="http://schemas.openxmlformats.org/officeDocument/2006/relationships/image" Target="/ppt/media/image5.png" Id="R58f1d9c2f19a4870" /><Relationship Type="http://schemas.openxmlformats.org/officeDocument/2006/relationships/notesSlide" Target="/ppt/notesSlides/notesSlide5.xml" Id="R3d87def2948d44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b0b17c61147c1" /><Relationship Type="http://schemas.openxmlformats.org/officeDocument/2006/relationships/image" Target="/ppt/media/image6.png" Id="R2f80c30058a04e48" /><Relationship Type="http://schemas.openxmlformats.org/officeDocument/2006/relationships/notesSlide" Target="/ppt/notesSlides/notesSlide6.xml" Id="R0c47090f19fc4a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1b18d9d6a41c4" /><Relationship Type="http://schemas.openxmlformats.org/officeDocument/2006/relationships/image" Target="/ppt/media/image7.png" Id="R821b7525d45f4952" /><Relationship Type="http://schemas.openxmlformats.org/officeDocument/2006/relationships/notesSlide" Target="/ppt/notesSlides/notesSlide7.xml" Id="Re73c4a5ed1a34a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55693dc524725" /><Relationship Type="http://schemas.openxmlformats.org/officeDocument/2006/relationships/image" Target="/ppt/media/image8.png" Id="R72b0db5a04494ec6" /><Relationship Type="http://schemas.openxmlformats.org/officeDocument/2006/relationships/notesSlide" Target="/ppt/notesSlides/notesSlide8.xml" Id="R84244d5da13e4b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0bc74d7bf465d" /><Relationship Type="http://schemas.openxmlformats.org/officeDocument/2006/relationships/image" Target="/ppt/media/image9.png" Id="R4e0b5c96dcca4e73" /><Relationship Type="http://schemas.openxmlformats.org/officeDocument/2006/relationships/notesSlide" Target="/ppt/notesSlides/notesSlide9.xml" Id="Raf67f417a6cf42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810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DA94C-1113-4F5E-973F-7849F022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624"/>
          </a:solidFill>
          <a:ln xmlns:a="http://schemas.openxmlformats.org/drawingml/2006/main" w="0">
            <a:solidFill>
              <a:srgbClr val="8F062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ca4b743fe4cef"/>
          <a:stretch xmlns:a="http://schemas.openxmlformats.org/drawingml/2006/main"/>
        </p:blipFill>
        <p:spPr>
          <a:xfrm xmlns:a="http://schemas.openxmlformats.org/drawingml/2006/main">
            <a:off x="877159" y="742950"/>
            <a:ext cx="2074732" cy="1333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E8F35-371A-46B4-9761-7C59C0D1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2DB"/>
                </a:solidFill>
              </a:defRPr>
            </a:pPr>
            <a:r>
              <a:rPr sz="1350" b="1">
                <a:solidFill>
                  <a:srgbClr val="FFD2DB"/>
                </a:solidFill>
              </a:rPr>
              <a:t>MANUAL DE 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90632-047F-4D14-8AC4-C016AA32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Portal do Franqueado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AEE4F-255B-4E65-8110-3BB839F0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E8ED"/>
                </a:solidFill>
              </a:defRPr>
            </a:pPr>
            <a:r>
              <a:rPr sz="1800" b="0">
                <a:solidFill>
                  <a:srgbClr val="FFE8ED"/>
                </a:solidFill>
              </a:rPr>
              <a:t>Consulte sua unidade, entenda o cardápio e priorize ações em poucos minutos.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6BB4A-B05B-41EB-BCC4-CE97DD97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51BC5-697B-448E-A44C-468EEC8E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29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Ital in House · Operação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33407-B432-4086-9BC9-58170FEB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D2DB"/>
                </a:solidFill>
              </a:defRPr>
            </a:pPr>
            <a:r>
              <a:rPr sz="1050" b="0">
                <a:solidFill>
                  <a:srgbClr val="FFD2DB"/>
                </a:solidFill>
              </a:rPr>
              <a:t>Versão de treinamento</a:t>
            </a:r>
          </a:p>
        </p:txBody>
      </p:sp>
    </p:spTree>
    <p:extLst>
      <p:ext uri="{BB962C8B-B14F-4D97-AF65-F5344CB8AC3E}">
        <p14:creationId xmlns:p14="http://schemas.microsoft.com/office/powerpoint/2010/main" val="801157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0D2CB-5D9C-40D2-A2C9-4F087A8F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F626F-062D-4627-8127-00739E2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dac0b4e6a4af5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27EA6-20A1-4E2C-B785-682CDB74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Seu caminho até o painel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FF0F8-A60E-40C6-8D08-F4FEA0C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FRANQUEADO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5E122-B8D0-43F3-B57B-BD0FEC0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D723E-1F73-4629-A855-DA084BB3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11172-CE57-4ED3-A292-165703FD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E1C93-E8EB-4D0F-B250-D377F505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0B440-9949-489A-AFF3-FE5150D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478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Entre com a senha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3D6E4-8A9B-4DDE-9194-E3614ADA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9072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a senha compartilhada do perfil de franqueado.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43488-1687-461D-A602-751D7D4C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6688F-49A3-4396-A80B-6541F994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CFD0E-7980-4446-ADEE-875FAEBA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478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Identifique-se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17EB6-3840-49D6-9AE3-9AA40074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9072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Informe nome completo e e-mail autorizado.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87680-FD62-4F20-9288-64F2BC05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CB50D-1EB6-4C48-BE43-117E164E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7FAEE-B15D-4A6C-BA75-5EA87F9B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478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Escolha a unidade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188C0-2ABC-4F07-965E-FAADDADE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9072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Selecione a marca e pesquise sua loja pelo nome ou cidade.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CB009-B8E1-4F15-B698-B7698F5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69F3E-9840-4E8B-8F7B-2EC8987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174B8-B9C6-4041-A198-7DEB862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67200"/>
            <a:ext cx="870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Quer trocar de perfil?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26018-AED9-41AF-B784-A6561E8A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10100"/>
            <a:ext cx="870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Na identificação, use “Voltar e trocar perfil”. Dentro do portal, use “Trocar unidade” ou “Sair”.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BAA33-9729-4F49-99DC-565CA2C5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A identificação registra nome, e-mail, data e unidade acessada.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E5803-BE46-4057-9F85-CEBDE1B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2006104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7C89B-72E6-4E32-9185-1906502B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21162-2BEF-4D25-8525-48C881E4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71dfb891f4442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D270C-C4C0-4B98-8966-1517A16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Os filtros controlam todas as páginas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CF908-9E8D-4E09-B371-632B02FE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FRANQUEADO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75288-656F-4563-A752-76584338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B2C92-B476-4716-BD7C-4434428D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EB5C6-C6B7-4979-92E4-7D4341FA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E94CA-C11D-4F4A-8A70-07933C03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F4B6A-F538-4603-92C1-8B5F51D5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Escolha o período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B1460-990B-49FD-B493-5DD2BD2D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Última carga, Últimas 7 cargas ou datas específicas.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1E762-DB56-44B4-95FD-A7293F62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2D76B-E908-46B6-BC39-6367257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7F461-3A68-4265-8CBB-2303E414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3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Escolha o turno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48207-33F8-4477-8748-C0801454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Almoço e Jantar mostram recortes diferentes do relatório.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0D96F-551D-4A94-A480-3F829DA5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F7CC2-42EE-41DE-A389-BFC83E8F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C20CD-BB02-406E-BE6F-C3183A34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14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Confirme a análise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81239-A6DC-47BB-8514-B0C5DA8B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5772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Clique em Aplicar para recalcular todos os indicadores.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A4146-B639-496C-88C3-B8C301B2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286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7BDAF-B056-42EF-AD5D-02E7B03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762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B5DA6-CEA7-44BE-9D68-B9DEF0CE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2407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Regra principal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04F46-FB7A-4D5F-899B-D731E053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66975"/>
            <a:ext cx="38481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Ativos e pausados sempre representam o período e o turno aplicados. Ao entrar, o portal abre na última carga disponível.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20207-14CA-4962-927E-D8BCA0C7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Se uma tela parecer antiga, confira período e turno antes de comparar.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BFB6D-DDE9-417F-BEFE-7CE1EEDF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030609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B01F65-FB11-482E-BD76-4E3FDD53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84B11-C521-49C7-BBC1-9192B3DA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5e92d54a24675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B5605-6E47-4D01-92BB-11E8CF80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Minha Unidade mostra a situação atual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074B3-05DD-4CE8-B203-439B4223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FRANQUEADO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0CF36-81A6-4135-A1F0-6BCD551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4D1C6-E17F-456E-957E-47B8E880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50B58-EF58-442C-84F6-77A12E73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28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68497-39A1-4847-B0C5-3B2D5940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D41B4-4C8C-47D0-81F5-6B9FBC5C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43075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9669"/>
                </a:solidFill>
              </a:defRPr>
            </a:pPr>
            <a:r>
              <a:rPr sz="1575" b="1">
                <a:solidFill>
                  <a:srgbClr val="059669"/>
                </a:solidFill>
              </a:rPr>
              <a:t>Disponibilidade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5820E-1E6D-4DFB-8CA2-D7B4D140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847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Percentual do cardápio ativo no recorte selecionado.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63DEC-DBF0-4C5E-B808-1AB6D1F1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71625"/>
            <a:ext cx="328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E3B77-9222-439B-9CCA-E2ACBE3F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71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E059E-0CE2-4F62-A6EC-C961DC32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43075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Itens pausados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C87F9-DDA8-4FA8-9069-390B0CB4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85975"/>
            <a:ext cx="2847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Produtos indisponíveis que exigem atenção da operação.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620AF-4AC1-41CE-A747-71FABA8F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28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01D39-14E7-4CDC-9F33-8A38342C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67439-0291-49C1-95F0-3029CCF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Itens ativos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632CA-CA12-4BFC-9FE8-46283B16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85975"/>
            <a:ext cx="2847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Produtos disponíveis para venda na unidade.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1E6CA-8DA3-4D71-9BED-2361957B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Na mesma página você pode: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35299-DC2C-4720-8F07-CBA5C112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D0E78-5B03-476F-9AE1-854DD03F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Pesquisar produto ou categoria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DAFCD-D976-4055-9650-E5E7E2D2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80D28-B132-4FA4-90EC-F3423B43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Alternar entre listas de ativos e pausados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7A8CF-994F-4C4C-B932-B2DD0A28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991E2-4955-427F-AA17-D8F57B4F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Ver quantas vezes cada produto pausou no período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5203B-B7C2-4E6E-9274-B2F6D1E8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Use a pesquisa para localizar itens além da primeira página.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7F744-424E-4093-9E45-0318B34B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392379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4FA29-2B2D-40C7-80E7-BD522E7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C8EC8-61F9-4411-B63A-B4F5CDA7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1d9c2f19a4870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28DA2-E8EF-4887-A0A3-8DD17314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Itens e Categorias explicam onde agir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9517C-EB6D-4163-A5EC-DC55D88A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FRANQUEADO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454F2-BE0F-47DB-B83E-BFDEBF22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9E03B-8972-4F44-9FA4-F27790E3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51CCF-3D1E-4468-80A8-5616FDC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953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6259B-67BF-4EFE-924E-5E182295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BB9C7-D1D1-4486-AF02-F56369BC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43075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Itens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24A10-9171-4F76-8B85-049C99CA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4514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Lista o catálogo da unidade. Pesquise pelo nome e navegue entre ativos e pausados.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7A077-734E-42EC-B227-E7413E1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953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E0C63-2D1D-4DA7-8ADD-6A34D4E6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A5ED3-A3ED-40D1-82E7-13638734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43075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Categorias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16862-7F41-45EE-9E6F-7C6933F8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85975"/>
            <a:ext cx="4514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Resume quantos estão pausados, ativos e o percentual de disponibilidade de cada grupo.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98A88-7F97-4E6F-A3E0-4918B781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59406-CE0B-4F61-9831-B6C78DE8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02E"/>
                </a:solidFill>
              </a:defRPr>
            </a:pPr>
            <a:r>
              <a:rPr sz="1500" b="1">
                <a:solidFill>
                  <a:srgbClr val="C8102E"/>
                </a:solidFill>
              </a:rPr>
              <a:t>Exemplo de leitura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7AC44-1F04-4460-9015-425F49CE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36 pausados · 27 ativos · 63 no total · 43% ativos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014C7-479A-4233-8352-A815AC99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Clique em uma categoria para abrir os produtos pausados daquele grupo.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B7F1C-4558-4896-AC11-3E513CC6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688524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54D31D-3100-4AB1-A1BE-ECC3522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771F-84EB-4D22-B6DC-BDD0DF14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0c30058a04e48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6CD26-83C8-4917-94CA-74DED714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Ranking compara lojas da mesma marca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FD27A-0423-4201-874C-E9BAE067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FRANQUEADO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5B6FC-5D7F-4191-B52A-6077ADC3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4E667-2DC6-4EB3-8F18-BD3EC811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DD087-8F57-4CDC-ABD7-DD565CFB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O ranking ajuda a entender a posição da sua unidade sem misturar operações diferentes.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4EB9E-267D-4034-87D2-18AB9A96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FB657-5110-4572-A7A6-73721DF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05D81-22D6-4F6F-A486-8AE6618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Veja os líderes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FF5C7-59B4-4B64-AB1C-1CE4F85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As primeiras posições aparecem no topo.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3E634-9552-48F9-A2BC-CD63FA5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BA37D-32DB-4468-B568-AAA55FFF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24E1F-A85F-4F8E-9977-C9909AB1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14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Encontre sua unidade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2750F-1BD0-4F50-898D-796DD7F4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5747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Sua loja fica destacada mesmo quando está fora das primeiras posições.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D1870-C783-4C05-A204-9793A7E0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90989-EF98-41C5-80D3-62359DA0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9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3C5C1-00D3-4AA2-A27C-AFF8A5C6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14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Compare com a média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6B582-8652-40CC-BDE9-3DA07B59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5747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disponibilidade, ativos e pausados para orientar ações.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3FA4C-D239-4BBE-9A4E-05D9429B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9625"/>
            <a:ext cx="7810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76C62-C4D3-405E-8B3D-F065633F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962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1D88F-8D20-47CD-97A0-FB3E1F3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91075"/>
            <a:ext cx="737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Importante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89672-54B5-4576-B918-1BDF8583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33975"/>
            <a:ext cx="737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Franqueados não visualizam receita pausada nem valores financeiros de outras lojas.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AC4AB-30C6-473E-A6D5-95E642F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City compara com City; Green com Green; Ital in House com Ital in House.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F1653-477B-4920-9189-DEFC941B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449774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65EE4-2A3D-45EF-A313-C3EF50A3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3A3B6-C181-4E09-B59A-667F509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b7525d45f4952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EEAE9-C896-49D7-B1D9-956F5639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Forneria acompanha os produtos fornecidos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73B03-5084-4FEE-967F-E59EC0A6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FRANQUEADO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4D54F-0B20-42D6-B18D-C9D94045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210D1-73CE-4DF9-BCE7-1DA005F7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30303-E1CD-41C8-8E10-8E985221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os filtros para acompanhar um tipo por vez ou todos juntos.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CDAC-E654-4971-9A89-621A6F0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A16D3-5F39-48A7-B48E-F0617CEA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Cannoli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284C8-86A4-4ECC-B342-A23F6669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19075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E658C-84AE-41EB-BAFC-A4BB7D3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47925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Crostini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F2617-890D-4EF3-B278-7FD5F3F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9075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F57AD-F6E3-4E67-A3D3-E2B2B323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47925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Palha Italiana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D3DBC-2786-4961-9F41-8C606D76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9075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19E8C-6013-41D7-A5DD-2D7152A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47925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Brownie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9394B-E00B-4EAF-BB06-D5BB392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19075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EEA71-AEAA-41A1-86BB-54A4FACE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47925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Tiramisu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9CE2F-19EB-4182-AB41-0B151157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14750"/>
            <a:ext cx="8667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71A05-2957-429C-A125-EC9F50E8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462F8-2A3B-43F1-A879-B55237CA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862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A porcentagem muda com o filtro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26801-A6B6-4840-8CFC-7372361E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29100"/>
            <a:ext cx="8229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Ao retirar um tipo, os cards de disponibilidade, ativos, pausados e unidades encontradas são recalculados.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4404E-8BED-48BB-9BD0-F35FAC59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Tiramisu é monitorado, mas não é fornecido pela mesma operação dos demais itens.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8AEDA-3A68-4CEC-97EB-F36DBD3B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1977501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E2320-8D61-411D-A27B-FB54AE28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28F11-3A81-4DC2-A92C-7A7E992B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0db5a04494ec6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69A89-81A0-4A6B-9FCA-8A483A56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Potencial exige uma segunda autorização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E70B7-4728-4024-9DC5-79AF1395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FRANQUEADO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7096D-55C1-4BC4-AB0A-9529E6E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36113-5661-4CB4-8855-AA0C887A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46BA5-5A41-442D-9300-F5CF9CF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9530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2576D-3CC3-489C-A9FF-27484118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2DD45-82C2-413E-A215-B563377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9669"/>
                </a:solidFill>
              </a:defRPr>
            </a:pPr>
            <a:r>
              <a:rPr sz="1575" b="1">
                <a:solidFill>
                  <a:srgbClr val="059669"/>
                </a:solidFill>
              </a:rPr>
              <a:t>O que a página estima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15B69-9B0C-4D18-B544-EFFC98DA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33600"/>
            <a:ext cx="45148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Preço médio dos itens ativos, potencial diário e potencial do período conforme as premissas informadas.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8A38F-FEE7-4DF5-AC66-1D5B7648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9530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B8A9A-BA26-4E51-B73E-ADA95A4E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EAF4D-3DF4-4209-87B3-D76D6CE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Como acessar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B625F-F891-4825-9A03-ED003C23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45148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Abra Potencial e informe a senha adicional disponibilizada pela gestão. Não compartilhe essa senha fora da operação.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A075A-9C40-4E95-9281-CE68CB71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A estimativa não representa faturamento realizado.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A3170-F49B-401D-A247-5CDDCE8A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É um cenário calculado a partir de preços ativos e premissas de volume.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E6A01-C75A-47ED-8940-419310F8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Em caso de dúvida, valide os números com a gestão antes de tomar decisões financeiras.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203FC-F3B1-4213-ADD3-5D7E9265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558722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68F27-1B69-445A-B129-A0C469AE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3D5CB-E1E6-480F-AC7D-7E859DC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971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9525">
            <a:solidFill>
              <a:srgbClr val="C8102E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b5c96dcca4e73"/>
          <a:stretch xmlns:a="http://schemas.openxmlformats.org/drawingml/2006/main"/>
        </p:blipFill>
        <p:spPr>
          <a:xfrm xmlns:a="http://schemas.openxmlformats.org/drawingml/2006/main">
            <a:off x="652918" y="276225"/>
            <a:ext cx="770615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CF416-AE0B-4380-B985-29356878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Rotina recomendada em 3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5B904-0998-4257-8C2D-DF0228B1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MANUAL DO FRANQUEADO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683DB-1DAC-44E3-8D1A-8F151D07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02E"/>
                </a:solidFill>
              </a:defRPr>
            </a:pPr>
            <a:r>
              <a:rPr sz="1200" b="1">
                <a:solidFill>
                  <a:srgbClr val="C8102E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B1913-0FCB-44BD-8C01-1C2E76AE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55A70-694C-4FB3-8993-493357C1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43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A7CE5-99F3-467F-A9F9-6BFDE556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476375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Confirme se o portal está atualizado até Almoço ou Jantar.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31AEF-F770-4328-BE2E-055D2B23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88CF6-6DBD-4F63-9C1F-98F9D567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314575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Verifique disponibilidade, ativos e pausados da sua unidade.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D2F5F-D2EF-4EA9-ACB0-E45B0FB2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2ACBD-3504-4DE1-8DC5-78C016D3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52775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Pesquise os itens pausados e confira as categorias mais afetadas.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ECCC8-F5D8-41C8-BE72-9850326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57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9FF50-D278-44A9-A5AE-26ED8DF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90975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Consulte sua posição no ranking da marca.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72567-059F-4B11-9A13-257E6DF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95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5C4FD-D27F-484E-9ADD-B9DBD79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29175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Acione a operação responsável e volte após a próxima atualização.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C63A3-3F58-46FC-8C89-D3BECE62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00668-AEE9-4C40-9BDE-23B2EAE8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solidFill>
              <a:srgbClr val="C810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65F7E-FC3F-4564-905C-697F3158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43575"/>
            <a:ext cx="813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02E"/>
                </a:solidFill>
              </a:defRPr>
            </a:pPr>
            <a:r>
              <a:rPr sz="1575" b="1">
                <a:solidFill>
                  <a:srgbClr val="C8102E"/>
                </a:solidFill>
              </a:rPr>
              <a:t>Precisa de ajuda?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ECD6F-C64F-47CD-8DC6-9C4A7D96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86475"/>
            <a:ext cx="81343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Anote unidade, período, turno e página. Envie essas quatro informações ao suporte para acelerar a análise.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F3E48-BE87-4AB0-92F7-586069CE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Nunca envie senhas ou capturas com credenciais.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8A110-96AC-4B1A-A708-C65A5E6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8102E"/>
                </a:solidFill>
              </a:defRPr>
            </a:pPr>
            <a:r>
              <a:rPr sz="825" b="1">
                <a:solidFill>
                  <a:srgbClr val="C8102E"/>
                </a:solidFill>
              </a:rPr>
              <a:t>Portal de Itens Pausados × Ativos</a:t>
            </a:r>
          </a:p>
        </p:txBody>
      </p:sp>
    </p:spTree>
    <p:extLst>
      <p:ext uri="{BB962C8B-B14F-4D97-AF65-F5344CB8AC3E}">
        <p14:creationId xmlns:p14="http://schemas.microsoft.com/office/powerpoint/2010/main" val="928954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2026-08-03T16:03:46.7310000Z</dcterms:created>
  <dcterms:modified xsi:type="dcterms:W3CDTF">2026-08-03T16:03:46.7310000Z</dcterms:modified>
</coreProperties>
</file>