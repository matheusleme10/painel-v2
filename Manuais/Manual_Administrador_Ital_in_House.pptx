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1c06e8ed88443e" /><Relationship Type="http://schemas.openxmlformats.org/officeDocument/2006/relationships/extended-properties" Target="/docProps/app.xml" Id="Rd72f9da3e2694c53" /><Relationship Type="http://schemas.openxmlformats.org/officeDocument/2006/relationships/officeDocument" Target="/ppt/presentation.xml" Id="R1234aa74a9c940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cc3052b26d4d7b"/>
  </p:sldMasterIdLst>
  <p:notesMasterIdLst>
    <p:notesMasterId xmlns:r="http://schemas.openxmlformats.org/officeDocument/2006/relationships" r:id="R7ec8b4035ff444e3"/>
  </p:notesMasterIdLst>
  <p:sldIdLst>
    <p:sldId xmlns:r="http://schemas.openxmlformats.org/officeDocument/2006/relationships" id="256" r:id="R86629433055f424d"/>
    <p:sldId xmlns:r="http://schemas.openxmlformats.org/officeDocument/2006/relationships" id="257" r:id="R7dc3ac5751cd4648"/>
    <p:sldId xmlns:r="http://schemas.openxmlformats.org/officeDocument/2006/relationships" id="258" r:id="R8425c0cd01ac4490"/>
    <p:sldId xmlns:r="http://schemas.openxmlformats.org/officeDocument/2006/relationships" id="259" r:id="R47764a9b500d4f4f"/>
    <p:sldId xmlns:r="http://schemas.openxmlformats.org/officeDocument/2006/relationships" id="260" r:id="R0883ee6bcd814dde"/>
    <p:sldId xmlns:r="http://schemas.openxmlformats.org/officeDocument/2006/relationships" id="261" r:id="Rd8021dbfa4e44716"/>
    <p:sldId xmlns:r="http://schemas.openxmlformats.org/officeDocument/2006/relationships" id="262" r:id="R09e1fe1c4eeb4238"/>
    <p:sldId xmlns:r="http://schemas.openxmlformats.org/officeDocument/2006/relationships" id="263" r:id="R410c3c52ee1f4448"/>
    <p:sldId xmlns:r="http://schemas.openxmlformats.org/officeDocument/2006/relationships" id="264" r:id="Ra0e62509f6794f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30d7d7ae2d4eb0" /><Relationship Type="http://schemas.openxmlformats.org/officeDocument/2006/relationships/slideMaster" Target="/ppt/slideMasters/slideMaster1.xml" Id="R4acc3052b26d4d7b" /><Relationship Type="http://schemas.openxmlformats.org/officeDocument/2006/relationships/notesMaster" Target="/ppt/notesMasters/notesMaster1.xml" Id="R7ec8b4035ff444e3" /><Relationship Type="http://schemas.openxmlformats.org/officeDocument/2006/relationships/presProps" Target="/ppt/presProps.xml" Id="R969a3d6f10844825" /><Relationship Type="http://schemas.openxmlformats.org/officeDocument/2006/relationships/tableStyles" Target="/ppt/tableStyles.xml" Id="Rc6583257924b4133" /><Relationship Type="http://schemas.openxmlformats.org/officeDocument/2006/relationships/slide" Target="/ppt/slides/slide1.xml" Id="R86629433055f424d" /><Relationship Type="http://schemas.openxmlformats.org/officeDocument/2006/relationships/slide" Target="/ppt/slides/slide2.xml" Id="R7dc3ac5751cd4648" /><Relationship Type="http://schemas.openxmlformats.org/officeDocument/2006/relationships/slide" Target="/ppt/slides/slide3.xml" Id="R8425c0cd01ac4490" /><Relationship Type="http://schemas.openxmlformats.org/officeDocument/2006/relationships/slide" Target="/ppt/slides/slide4.xml" Id="R47764a9b500d4f4f" /><Relationship Type="http://schemas.openxmlformats.org/officeDocument/2006/relationships/slide" Target="/ppt/slides/slide5.xml" Id="R0883ee6bcd814dde" /><Relationship Type="http://schemas.openxmlformats.org/officeDocument/2006/relationships/slide" Target="/ppt/slides/slide6.xml" Id="Rd8021dbfa4e44716" /><Relationship Type="http://schemas.openxmlformats.org/officeDocument/2006/relationships/slide" Target="/ppt/slides/slide7.xml" Id="R09e1fe1c4eeb4238" /><Relationship Type="http://schemas.openxmlformats.org/officeDocument/2006/relationships/slide" Target="/ppt/slides/slide8.xml" Id="R410c3c52ee1f4448" /><Relationship Type="http://schemas.openxmlformats.org/officeDocument/2006/relationships/slide" Target="/ppt/slides/slide9.xml" Id="Ra0e62509f6794f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f0b145b99d4c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e2cd98ba2f4f99" /><Relationship Type="http://schemas.openxmlformats.org/officeDocument/2006/relationships/notesMaster" Target="/ppt/notesMasters/notesMaster1.xml" Id="R8e2e7e553d9348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626cbae77a405e" /><Relationship Type="http://schemas.openxmlformats.org/officeDocument/2006/relationships/notesMaster" Target="/ppt/notesMasters/notesMaster1.xml" Id="R6107958a421a47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8c26da0c0a4608" /><Relationship Type="http://schemas.openxmlformats.org/officeDocument/2006/relationships/notesMaster" Target="/ppt/notesMasters/notesMaster1.xml" Id="Rd908782b8acb4a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3a1ad22f6b4ede" /><Relationship Type="http://schemas.openxmlformats.org/officeDocument/2006/relationships/notesMaster" Target="/ppt/notesMasters/notesMaster1.xml" Id="R16c7d3f4877445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96cda5101e4f1d" /><Relationship Type="http://schemas.openxmlformats.org/officeDocument/2006/relationships/notesMaster" Target="/ppt/notesMasters/notesMaster1.xml" Id="R2b10d610f9a245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c99924943140b9" /><Relationship Type="http://schemas.openxmlformats.org/officeDocument/2006/relationships/notesMaster" Target="/ppt/notesMasters/notesMaster1.xml" Id="R08aecaf496724a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dd3920637c490f" /><Relationship Type="http://schemas.openxmlformats.org/officeDocument/2006/relationships/notesMaster" Target="/ppt/notesMasters/notesMaster1.xml" Id="R94e40a1e069842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ce2f02955b4f3a" /><Relationship Type="http://schemas.openxmlformats.org/officeDocument/2006/relationships/notesMaster" Target="/ppt/notesMasters/notesMaster1.xml" Id="R9e7423f6a59642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55c3b09578481e" /><Relationship Type="http://schemas.openxmlformats.org/officeDocument/2006/relationships/notesMaster" Target="/ppt/notesMasters/notesMaster1.xml" Id="Rd3aa379be59346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a384221a541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51055a7e574132" /><Relationship Type="http://schemas.openxmlformats.org/officeDocument/2006/relationships/slideLayout" Target="/ppt/slideLayouts/slideLayout1.xml" Id="R62e31f9525144d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e31f9525144d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f4d618cc646f2" /><Relationship Type="http://schemas.openxmlformats.org/officeDocument/2006/relationships/image" Target="/ppt/media/image.png" Id="R1d3a8dc4ef7e470f" /><Relationship Type="http://schemas.openxmlformats.org/officeDocument/2006/relationships/notesSlide" Target="/ppt/notesSlides/notesSlide1.xml" Id="R76c41f9d1a094b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415f372fb431d" /><Relationship Type="http://schemas.openxmlformats.org/officeDocument/2006/relationships/image" Target="/ppt/media/image2.png" Id="R263e6a7a4fb94812" /><Relationship Type="http://schemas.openxmlformats.org/officeDocument/2006/relationships/notesSlide" Target="/ppt/notesSlides/notesSlide2.xml" Id="R81000dce257340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07df4f5a4460c" /><Relationship Type="http://schemas.openxmlformats.org/officeDocument/2006/relationships/image" Target="/ppt/media/image3.png" Id="R68776b04035541ea" /><Relationship Type="http://schemas.openxmlformats.org/officeDocument/2006/relationships/notesSlide" Target="/ppt/notesSlides/notesSlide3.xml" Id="R9c48585df41844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c6d5152984f73" /><Relationship Type="http://schemas.openxmlformats.org/officeDocument/2006/relationships/image" Target="/ppt/media/image4.png" Id="Re9f74978ce094381" /><Relationship Type="http://schemas.openxmlformats.org/officeDocument/2006/relationships/notesSlide" Target="/ppt/notesSlides/notesSlide4.xml" Id="Rff3429b3c90544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8baa7b971479d" /><Relationship Type="http://schemas.openxmlformats.org/officeDocument/2006/relationships/image" Target="/ppt/media/image5.png" Id="R08fc7b9f24ef4831" /><Relationship Type="http://schemas.openxmlformats.org/officeDocument/2006/relationships/notesSlide" Target="/ppt/notesSlides/notesSlide5.xml" Id="Rc20d213eb0a041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f9a6dc8c84586" /><Relationship Type="http://schemas.openxmlformats.org/officeDocument/2006/relationships/image" Target="/ppt/media/image6.png" Id="R607192b9e5434705" /><Relationship Type="http://schemas.openxmlformats.org/officeDocument/2006/relationships/notesSlide" Target="/ppt/notesSlides/notesSlide6.xml" Id="R6e7dc6db77924f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5001f3d014790" /><Relationship Type="http://schemas.openxmlformats.org/officeDocument/2006/relationships/image" Target="/ppt/media/image7.png" Id="Rd141678780714cde" /><Relationship Type="http://schemas.openxmlformats.org/officeDocument/2006/relationships/notesSlide" Target="/ppt/notesSlides/notesSlide7.xml" Id="R4fb1f5aa27374b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8d3aa291d4725" /><Relationship Type="http://schemas.openxmlformats.org/officeDocument/2006/relationships/image" Target="/ppt/media/image8.png" Id="R037023e0a6ea4d21" /><Relationship Type="http://schemas.openxmlformats.org/officeDocument/2006/relationships/notesSlide" Target="/ppt/notesSlides/notesSlide8.xml" Id="R56ecc301ac6b48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11925db9e4d82" /><Relationship Type="http://schemas.openxmlformats.org/officeDocument/2006/relationships/image" Target="/ppt/media/image9.png" Id="Re94d04c1193642ec" /><Relationship Type="http://schemas.openxmlformats.org/officeDocument/2006/relationships/notesSlide" Target="/ppt/notesSlides/notesSlide9.xml" Id="R9940553a2bdc41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810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059C6-F97B-4F35-953A-EE957A33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624"/>
          </a:solidFill>
          <a:ln xmlns:a="http://schemas.openxmlformats.org/drawingml/2006/main" w="0">
            <a:solidFill>
              <a:srgbClr val="8F062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a8dc4ef7e470f"/>
          <a:stretch xmlns:a="http://schemas.openxmlformats.org/drawingml/2006/main"/>
        </p:blipFill>
        <p:spPr>
          <a:xfrm xmlns:a="http://schemas.openxmlformats.org/drawingml/2006/main">
            <a:off x="877159" y="742950"/>
            <a:ext cx="2074732" cy="1333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3EEE0-DA05-4BFB-B492-04D346CE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001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2DB"/>
                </a:solidFill>
              </a:defRPr>
            </a:pPr>
            <a:r>
              <a:rPr sz="1350" b="1">
                <a:solidFill>
                  <a:srgbClr val="FFD2DB"/>
                </a:solidFill>
              </a:rPr>
              <a:t>MANUAL DE USO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027A6-75A6-42B1-8C18-2EFC1992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1625"/>
            <a:ext cx="657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Portal do Administrador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5DC87-9B9C-4144-AB42-BAA6284A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05125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E8ED"/>
                </a:solidFill>
              </a:defRPr>
            </a:pPr>
            <a:r>
              <a:rPr sz="1800" b="0">
                <a:solidFill>
                  <a:srgbClr val="FFE8ED"/>
                </a:solidFill>
              </a:rPr>
              <a:t>Atualize a base, acompanhe a rede, controle acessos e comunique novas cargas.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C9DD5-560E-40F4-A5FE-BAE4981E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31F3F-7FA2-4F4C-91DD-21308F8F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29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Ital in House · Operação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3463B-5039-469C-A609-44309370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81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D2DB"/>
                </a:solidFill>
              </a:defRPr>
            </a:pPr>
            <a:r>
              <a:rPr sz="1050" b="0">
                <a:solidFill>
                  <a:srgbClr val="FFD2DB"/>
                </a:solidFill>
              </a:rPr>
              <a:t>Versão de treinamento</a:t>
            </a:r>
          </a:p>
        </p:txBody>
      </p:sp>
    </p:spTree>
    <p:extLst>
      <p:ext uri="{BB962C8B-B14F-4D97-AF65-F5344CB8AC3E}">
        <p14:creationId xmlns:p14="http://schemas.microsoft.com/office/powerpoint/2010/main" val="454218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674E88-4B48-4964-8887-1B5DC802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742FD-23B4-4533-9F4C-C0F729B6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e6a7a4fb94812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17238-DCF6-4337-A0FE-63047C6F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O Admin enxerga a operação inteira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B85E6-A79F-4790-ABAA-4B0171EF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ADMINISTRADOR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15E42-216A-46D2-A981-DE6E508E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47276-9345-4416-B90B-FD83A54C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AB8F6-0A69-41C0-AA73-738E5D77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4953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FF1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53EA8-9AE6-4662-BD95-3B6355A0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B438A-8011-444E-B8E8-171A1BE2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9545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02E"/>
                </a:solidFill>
              </a:defRPr>
            </a:pPr>
            <a:r>
              <a:rPr sz="1575" b="1">
                <a:solidFill>
                  <a:srgbClr val="C8102E"/>
                </a:solidFill>
              </a:rPr>
              <a:t>Visão consolidada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8FA81-0BCB-4F0C-9B6D-ABCD0197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38350"/>
            <a:ext cx="45148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Rede, marcas, unidades, categorias, produtos, ranking, Forneria e potencial.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B1845-F5FF-4291-A737-3DE5EEA1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24000"/>
            <a:ext cx="4953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FF543-A781-43AF-98F3-5E12FCD0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2400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7B03E-2404-4073-9BBA-764FB283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9545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Governança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77447-B7C7-43FF-8718-A539F9E4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38350"/>
            <a:ext cx="45148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Atualização da base, domínios autorizados, registros de acesso e avisos.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A6327-B820-4854-A863-54168637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O perfil Admin pode ver métricas financeiras que não são entregues ao franqueado.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A136C-6733-40BC-AC94-C39A2F56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Use o Admin somente em dispositivos confiáveis.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91D9D-3D10-4079-A79E-643DDE1F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450921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592705-211F-4840-BC2B-944CEAC8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D092E-C63F-4B02-89D0-1DAE8B9D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76b04035541ea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997BF-78B3-43D8-A8D1-3A44D810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Atualize os dados com o arquivo oficial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8CFDE-F974-433C-82F6-AFA966C0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ADMINISTRADOR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D774D-932A-44C9-A5A3-ACA7DC9F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D31A8-D282-475B-B81C-6853056F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C2294-45EC-4A7F-ACF8-2BB7AD6A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355DE-FB10-4833-995F-D5A6F1A1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01115-D936-4879-B4F1-62E2ACB2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525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Abra Atualizar Dados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EFC2C-2C08-417D-BA1F-5510471C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95475"/>
            <a:ext cx="271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Selecione o relatório XLSX mais recente.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35267-6F05-4F2B-9925-DA23798A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184AC-BB1E-45FC-B0B5-72F9355F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573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0EB03-EB47-4BE3-9732-73AC9EEF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525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Confira a prévia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32D20-06FE-48C4-B533-585CAE16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95475"/>
            <a:ext cx="271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Valide registros, última data, unidades e valores.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6B59C-2B2A-477F-91B2-CD73FB43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60507-36F4-44CA-9D0E-2A449C4B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969B2-2074-4CAA-BB11-0465E7E9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525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Salve na nuvem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92196-1F34-4CBE-8A44-9AE3A9F5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95475"/>
            <a:ext cx="271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Use Aplicar e Salvar na Nuvem e aguarde a confirmação.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8E1D5-6F20-48CE-A49E-E0ACD80A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2D03A-CC41-4268-9409-22A56B0D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35779-FC3B-4279-9ED2-4F7771C3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29075"/>
            <a:ext cx="832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580C"/>
                </a:solidFill>
              </a:defRPr>
            </a:pPr>
            <a:r>
              <a:rPr sz="1575" b="1">
                <a:solidFill>
                  <a:srgbClr val="EA580C"/>
                </a:solidFill>
              </a:rPr>
              <a:t>Antes de publicar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3B72C4-8645-490E-8612-3A0376F3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71975"/>
            <a:ext cx="8324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Confirme se a carga corresponde a Almoço ou Jantar e se a última data do relatório está correta.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7275D-9F8F-4FE5-AD8A-3D0302DD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A última versão salva permanece disponível após F5 e para todos os usuários.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82BEB-E099-40E1-99EE-D48BFD44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15501288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8CE85C-7572-49EF-882F-71660168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541C5-7B4B-4FE3-9787-35BA3A5E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74978ce094381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FF780-63B2-4EB3-9221-09C87414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Período, turno e marca recalculam a rede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0F0F7-B082-4D17-9513-197D606C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ADMINISTRADOR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11733-3DE4-4473-95A0-80B05B67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1DF19-C2E7-4C8B-8216-36E0591E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C4D37-B530-4756-AE5F-665A163F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F4519-9C21-4490-98CE-F02A6B4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049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6D6D6-EC00-4546-94AA-57FB9A12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Defina o período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05E6A-A026-42C0-930B-40E1ACF5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431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Última carga, sete cargas, todas ou datas específicas.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EFCF4-7785-44DE-AAF9-D1D2A982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06C1A-02B9-4501-A04F-DBAD44B1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86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768F4-A55C-463C-BC0E-2221C351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813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Escolha o turno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3A88F-EF26-4063-A474-DB70C0DA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24225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Almoço e Jantar devem refletir a carga desejada.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71170-DA21-4C3A-9693-1C8E047D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C9609-FC8B-4EC2-AB46-4B4362BF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67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964A7-DA92-4326-A51C-B2146DD5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62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Escolha a marca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901A7-F822-4E57-85CD-464D88F5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053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Todas, Ital in House, Fast Food Caipira, City Burger ou Green.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C5A72-EF84-4E37-8024-92C64D31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476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FF1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6B8E84-94CF-4CE0-BDEB-9C0DC602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1CB8B-16C0-47C6-821A-8B990D4C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62200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02E"/>
                </a:solidFill>
              </a:defRPr>
            </a:pPr>
            <a:r>
              <a:rPr sz="1575" b="1">
                <a:solidFill>
                  <a:srgbClr val="C8102E"/>
                </a:solidFill>
              </a:rPr>
              <a:t>Escopo global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9AFDAA-446B-491C-9C22-7A1361A0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4038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Depois de clicar em Aplicar, todas as páginas usam o mesmo período e turno. O filtro de marca acompanha a análise administrativa.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D50A4-1859-44B1-AF8E-E1219335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Evite comparar telas com filtros diferentes.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10991-3AFA-4C1C-B90A-299FDC4A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12706537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612988-3ABD-4E25-8C47-00D1B43B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23E2B-02E0-4909-A475-156B49A9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c7b9f24ef4831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FCE1B-A962-448E-9391-BBC54860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Use cada página para uma decisão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0C9C9-E0F7-467A-B96A-8CF0E410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ADMINISTRADOR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DC4DF-3969-4D42-A81A-4F975EBB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49916-63E5-48CA-8150-97B2AB68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CCC32-1435-4FDC-86A9-0DBCE750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02E"/>
                </a:solidFill>
              </a:defRPr>
            </a:pPr>
            <a:r>
              <a:rPr sz="1500" b="1">
                <a:solidFill>
                  <a:srgbClr val="C8102E"/>
                </a:solidFill>
              </a:rPr>
              <a:t>Geral da Rede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F3828-41F6-4AB2-B7CB-C4543221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3811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Saúde consolidada e unidades mais afetadas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2BDB1-74D3-4A2D-A18B-C0397845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90F6B-332F-44D2-99A0-75B8D8A6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02E"/>
                </a:solidFill>
              </a:defRPr>
            </a:pPr>
            <a:r>
              <a:rPr sz="1500" b="1">
                <a:solidFill>
                  <a:srgbClr val="C8102E"/>
                </a:solidFill>
              </a:rPr>
              <a:t>Franquias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2F6F2-8ECF-4AB1-B10B-09F4DAC1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811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Busca por loja e comparação operacional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6A08B-F2CB-488C-B8B6-4A90580E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67148-1903-40BE-AF11-CEF6E14E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02E"/>
                </a:solidFill>
              </a:defRPr>
            </a:pPr>
            <a:r>
              <a:rPr sz="1500" b="1">
                <a:solidFill>
                  <a:srgbClr val="C8102E"/>
                </a:solidFill>
              </a:rPr>
              <a:t>Itens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29654-4E9C-4783-B54B-CFF95588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241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Ocorrências, sistêmicos e receita em risco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3D2CE-C11F-44EA-BE39-D52D4869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6CA55-1E5E-4CAB-BED8-DCF86965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02E"/>
                </a:solidFill>
              </a:defRPr>
            </a:pPr>
            <a:r>
              <a:rPr sz="1500" b="1">
                <a:solidFill>
                  <a:srgbClr val="C8102E"/>
                </a:solidFill>
              </a:rPr>
              <a:t>Categorias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51E59-70F8-44C7-B927-5E608833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Grupos com maior concentração de pausas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B93E1-E173-45EF-8B47-709AF515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AB62A-420B-4E3D-A679-14FD648B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67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02E"/>
                </a:solidFill>
              </a:defRPr>
            </a:pPr>
            <a:r>
              <a:rPr sz="1500" b="1">
                <a:solidFill>
                  <a:srgbClr val="C8102E"/>
                </a:solidFill>
              </a:rPr>
              <a:t>Ranking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6464D6-33A4-4313-8F89-68FBB3D9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671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Desempenho relativo por disponibilidade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2D47C-AE5F-45E6-BDE3-0710DB7B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35675B-0272-4709-A2C4-82CAF811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02E"/>
                </a:solidFill>
              </a:defRPr>
            </a:pPr>
            <a:r>
              <a:rPr sz="1500" b="1">
                <a:solidFill>
                  <a:srgbClr val="C8102E"/>
                </a:solidFill>
              </a:rPr>
              <a:t>Forneria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FF89C-7601-4596-A4D5-60F0304A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Disponibilidade dos produtos acompanhados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446A4D-F9C4-41B5-A250-12720E4A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386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8C088A-84C8-4D9B-AA59-19303107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02E"/>
                </a:solidFill>
              </a:defRPr>
            </a:pPr>
            <a:r>
              <a:rPr sz="1500" b="1">
                <a:solidFill>
                  <a:srgbClr val="C8102E"/>
                </a:solidFill>
              </a:rPr>
              <a:t>Potencial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390A67-99BE-476C-8BA4-5B852790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101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Cenários gerais ou por unidade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107031-7FA5-46F8-8D89-B8286EB1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60A16E-565E-4305-B64A-D1E55E2B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A antiga página Alertas foi removida por repetir informações dessas páginas.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D19410-153C-4F26-AD7D-4E3CD7D0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8271895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D9EDF-EE80-4F09-B179-CAC43689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189C9-1A5E-4AF9-A998-4910A1B0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192b9e5434705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0F42C-48D6-46F0-94FE-FA8A6099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Acessos controla identidade e permissões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076E2-B9BB-4B94-9BF5-4500FF8B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ADMINISTRADOR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1F29B-966A-4091-A48A-E72EDA23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60BCF-00C7-4004-8E66-DC6D724B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69E8F-C5F1-43C7-9156-8AF21911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4953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5FAC2-CEF9-4092-BF6E-6B092D25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AF76B-5764-4D75-9E26-25D13D84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43075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Domínios permitidos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56E60-A7A0-42B9-833C-2F576A8E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85975"/>
            <a:ext cx="4514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Cadastre italinhouse.com, gmail.com ou outros domínios autorizados. Salve antes de testar.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6FB76-5275-4421-A88F-C1138936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4953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A3B22-37E9-46E3-91C6-6F96E8DD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B015B-7B41-45CA-8AF6-EE235DF4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743075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9669"/>
                </a:solidFill>
              </a:defRPr>
            </a:pPr>
            <a:r>
              <a:rPr sz="1575" b="1">
                <a:solidFill>
                  <a:srgbClr val="059669"/>
                </a:solidFill>
              </a:rPr>
              <a:t>Histórico de acesso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F9DE6-ACE8-4BCF-8F48-5C66C3E8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85975"/>
            <a:ext cx="4514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Consulte nome, e-mail, data, evento, marca e unidade selecionada.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1C6AC-14B9-45F6-B202-1D6567E6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00500"/>
            <a:ext cx="7905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FF1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E3AF8-6E82-4453-8119-181AE0D4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0050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7CDB5-51F5-4FC3-B877-D2348EF0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171950"/>
            <a:ext cx="746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02E"/>
                </a:solidFill>
              </a:defRPr>
            </a:pPr>
            <a:r>
              <a:rPr sz="1575" b="1">
                <a:solidFill>
                  <a:srgbClr val="C8102E"/>
                </a:solidFill>
              </a:rPr>
              <a:t>Limpeza dos logs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54424-027F-4AF7-87AD-4962EF04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514850"/>
            <a:ext cx="7467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Use Apagar logs somente após confirmar a política de retenção. A ação é definitiva e não apaga a base.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08C0C-6811-44D2-A77B-ED444DDA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Nome e e-mail são declaratórios; contas individuais são a evolução recomendada.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A449E-93E6-4941-B2CA-9F80299C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12828429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8AB6D3-9A1D-48C3-94A0-8AFD2006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43211-1666-4DCD-AB65-9C13DADF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1678780714cde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193DB-9535-49DE-812D-C3E9527F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Avisos comunica cada nova atualização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8A69C-EE17-4BB7-818D-EC1AA9B2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ADMINISTRADOR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37314-4449-4DFE-809C-F96483DC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890F3-BCD4-47DF-87D0-7DF5A2ED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C67B4-5C6E-4289-9637-CA9FCD3B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117AA-813B-4805-A504-FC7EED09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97473-43BE-43CF-A899-8A384F44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573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Cadastre destinatários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474C6-A253-484B-BA58-AB2B8642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0225"/>
            <a:ext cx="271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Informe um e-mail por linha ou separe por vírgula.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8AD50-0A21-4C08-9CAD-FD2B5B25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945F1-3286-4F54-8407-FC3DAF7F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67E54-F575-46BC-AEF3-ED731C5C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573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Revise assunto e mensagem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9FAE3-AC8C-403C-8157-B43F17F1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00225"/>
            <a:ext cx="271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Data e turno podem ser preenchidos automaticamente.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27EAC-973E-4B48-9C6E-3633217F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64DA7-F458-4944-B992-191DF561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72DC4-2D3B-4122-9EAE-370B3CE8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573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Teste antes de ativar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96D93-CB8C-4383-A2D7-3A9FF56A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0225"/>
            <a:ext cx="271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Envie para um endereço controlado e confirme o recebimento.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C1374-EA24-47D6-9AB6-ABE6A247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05250"/>
            <a:ext cx="8191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B4A463-D283-4742-972D-F618C246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0525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501F4-AEE4-447D-A4D2-B0A158C8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76700"/>
            <a:ext cx="775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580C"/>
                </a:solidFill>
              </a:defRPr>
            </a:pPr>
            <a:r>
              <a:rPr sz="1575" b="1">
                <a:solidFill>
                  <a:srgbClr val="EA580C"/>
                </a:solidFill>
              </a:rPr>
              <a:t>Automação após upload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FD663E-7619-49DC-A37E-7E1C916F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19600"/>
            <a:ext cx="7753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Ative em verde para enviar após novas cargas. Deixe vermelho durante testes ou manutenção.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75C1D6-0E61-49A5-A85C-3991488A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WhatsApp depende de configuração própria; e-mail depende do servidor SMTP.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445C1-E93D-479B-A92B-A16AABB0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14741703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835A4-920D-49E4-B5E5-B3BA060E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B5E98-5758-48B2-86C7-08A36C72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023e0a6ea4d21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44036-E7BC-499E-818E-B7E827E1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E-mail corporativo exige credencial própria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55A52-8A00-4B7E-BD1B-256815C7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ADMINISTRADOR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1E3CA-E4BB-4A36-BA60-F4259BBF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EC8CC-DCC4-46EB-8714-8D1FC086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63F25-C57D-49BF-AD11-81CF7EFA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4953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FF1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E8EA7-3884-47B0-8513-AFB22BB2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52CED-715C-46BE-A6E3-F20C9AE5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43075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02E"/>
                </a:solidFill>
              </a:defRPr>
            </a:pPr>
            <a:r>
              <a:rPr sz="1575" b="1">
                <a:solidFill>
                  <a:srgbClr val="C8102E"/>
                </a:solidFill>
              </a:rPr>
              <a:t>Gmail / Google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E81EF-45AE-4E5D-AF4D-0DE65835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85975"/>
            <a:ext cx="4514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Use verificação em duas etapas e Senha de app. A senha normal da conta não deve ser usada no sistema.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27C03-9700-49BC-B647-A432504E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4953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9F16C-9E68-42AB-B300-7250F52F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8E9C9-66F1-4B13-B0F8-008D70E5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743075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Conta recomendada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C63C2-88DE-49EB-98C5-2A7CA259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85975"/>
            <a:ext cx="4514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Crie uma caixa exclusiva, como avisos@italinhouse.com, aprovada e administrada pela empresa.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34FBB-7DE3-4D4E-8C0B-EF0DEAA8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3862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Variáveis sensíveis ficam apenas na Vercel.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A7C1E-E7AA-49B5-B961-6CA38100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0125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Nunca coloque senha, token ou credencial no GitHub ou no navegador.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5A82D-8403-4DC5-98C4-12DFBDF6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Após alterar variáveis, faça um novo deploy sem cache.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B37C5-3900-4AED-992C-3C9CEFB6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14131310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27CEF-4A26-4AA6-B6D3-897FDAA1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071AA-0189-4C0B-97F2-5F05F6EF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d04c1193642ec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0F29C-767B-4B43-B28E-556E7582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Checklist de publicação e operação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25D2A-209B-47C6-89F8-26E323B7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ADMINISTRADOR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1C0E3-02F2-401B-AA44-B0B0A49D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77D38-105F-4130-9DFC-7940A282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EF3E2-80CD-4219-94CE-80F8D294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41924-E20C-4035-8268-AF730F52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381125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Validar data, turno e quantidade de unidades da nova carga.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9F407-F451-4A2B-BF29-9CF2106C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C65CC-ADD9-43AF-A763-D5161266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124075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Confirmar que a base foi salva na nuvem.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B6CE3-BA93-4252-90E0-81D510CE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33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505D3-EA77-4316-8A2E-CE2DD38A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67025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Testar Geral, Itens, Categorias, Ranking e uma unidade franqueada.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C79B2-C77A-41CF-BDD0-2707D08F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76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27F38-B637-46B5-A7C6-8E954C63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09975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Verificar destinatários e enviar um e-mail de teste.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67C65-A6F2-4FDF-B1D0-08E9B9FC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9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4FE8F-3962-4745-B8FA-A77B7475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52925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Acompanhar os primeiros acessos e registrar feedback do piloto.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93A2F1-5C6B-4171-BD8F-FAEB17BE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62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47CAB-6A2C-4450-B0E2-5CB82FAB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95875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Nunca publicar .env.local, senhas, tokens ou planilhas reais no GitHub.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D0680-39AF-4E82-8276-C7B3CBF4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Em caso de erro, registre página, horário, ação executada e mensagem exibida.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17663-AEA4-4F83-90C5-56146C8F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1312952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2026-08-03T16:03:48.1440000Z</dcterms:created>
  <dcterms:modified xsi:type="dcterms:W3CDTF">2026-08-03T16:03:48.1440000Z</dcterms:modified>
</coreProperties>
</file>